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45">
          <p15:clr>
            <a:srgbClr val="A4A3A4"/>
          </p15:clr>
        </p15:guide>
        <p15:guide id="2" orient="horz" pos="1026">
          <p15:clr>
            <a:srgbClr val="A4A3A4"/>
          </p15:clr>
        </p15:guide>
        <p15:guide id="3" pos="3840">
          <p15:clr>
            <a:srgbClr val="A4A3A4"/>
          </p15:clr>
        </p15:guide>
        <p15:guide id="4" pos="7015">
          <p15:clr>
            <a:srgbClr val="A4A3A4"/>
          </p15:clr>
        </p15:guide>
        <p15:guide id="5" pos="597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dBnkYOnyMJ/oQvi7tcfBrPvfk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5" orient="horz"/>
        <p:guide pos="1026" orient="horz"/>
        <p:guide pos="3840"/>
        <p:guide pos="7015"/>
        <p:guide pos="59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8fbe7acd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28fbe7acd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28fbe7acd7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a56c94fb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2a56c94fb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2a56c94fbe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a374c1dd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2a374c1dd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2a374c1dda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a374c1dda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2a374c1dda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2a374c1dda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a5d3ce59a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2a5d3ce59a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2a5d3ce59a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a374c1dda_0_3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2a374c1dda_0_3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2a374c1dda_0_3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a374c1dda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2a374c1dda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2a374c1dda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a5d3ce59a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2a5d3ce59a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2a5d3ce59a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a5d3ce59a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2a5d3ce59a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2a5d3ce59a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a5d3ce59a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2a5d3ce59a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2a5d3ce59a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a374c1dda_0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2a374c1dda_0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2a374c1dda_0_4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5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5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5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48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8"/>
          <p:cNvSpPr/>
          <p:nvPr/>
        </p:nvSpPr>
        <p:spPr>
          <a:xfrm>
            <a:off x="0" y="6176962"/>
            <a:ext cx="12192000" cy="179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 - Nurul Fikri Academy" id="17" name="Google Shape;17;p4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961119" y="334008"/>
            <a:ext cx="2905761" cy="5088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Function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PHP: Hypertext Preprocessor</a:t>
            </a:r>
            <a:endParaRPr/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200" y="681038"/>
            <a:ext cx="10515600" cy="996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latin typeface="Calibri"/>
                <a:ea typeface="Calibri"/>
                <a:cs typeface="Calibri"/>
                <a:sym typeface="Calibri"/>
              </a:rPr>
              <a:t>TUJUAN PEMBELAJARAN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947738" y="1628775"/>
            <a:ext cx="10152061" cy="4548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GB" sz="2400"/>
              <a:t>Memahami dan mengerti tentang fungsi di pemrograman PHP. 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GB" sz="2400"/>
              <a:t>Mampu mengimplementasikan fungsi pada sebuah program aplikasi PHP.</a:t>
            </a:r>
            <a:endParaRPr sz="2400"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8fbe7acd7_0_12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Function (Fungsi)</a:t>
            </a:r>
            <a:endParaRPr/>
          </a:p>
        </p:txBody>
      </p:sp>
      <p:sp>
        <p:nvSpPr>
          <p:cNvPr id="109" name="Google Shape;109;g328fbe7acd7_0_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  <p:sp>
        <p:nvSpPr>
          <p:cNvPr id="110" name="Google Shape;110;g328fbe7acd7_0_12"/>
          <p:cNvSpPr txBox="1"/>
          <p:nvPr>
            <p:ph idx="1" type="body"/>
          </p:nvPr>
        </p:nvSpPr>
        <p:spPr>
          <a:xfrm>
            <a:off x="947750" y="4570675"/>
            <a:ext cx="101520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S</a:t>
            </a:r>
            <a:r>
              <a:rPr lang="en-GB" sz="2000"/>
              <a:t>ekumpulan kode yang dirancang untuk melakukan tugas tertentu.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Fungsi bertugas untuk mengelompokkan kode yang dapat </a:t>
            </a:r>
            <a:r>
              <a:rPr lang="en-GB" sz="2000">
                <a:highlight>
                  <a:srgbClr val="FFFF00"/>
                </a:highlight>
              </a:rPr>
              <a:t>digunakan kembali</a:t>
            </a:r>
            <a:r>
              <a:rPr lang="en-GB" sz="2000"/>
              <a:t>, sehingga membuat program lebih terstruktur, mudah dibaca, dan lebih efisien.</a:t>
            </a:r>
            <a:endParaRPr sz="2000"/>
          </a:p>
        </p:txBody>
      </p:sp>
      <p:pic>
        <p:nvPicPr>
          <p:cNvPr id="111" name="Google Shape;111;g328fbe7acd7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1801" y="1493850"/>
            <a:ext cx="5688397" cy="29182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a56c94fbe_0_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  <p:sp>
        <p:nvSpPr>
          <p:cNvPr id="118" name="Google Shape;118;g32a56c94fbe_0_4"/>
          <p:cNvSpPr txBox="1"/>
          <p:nvPr>
            <p:ph idx="1" type="body"/>
          </p:nvPr>
        </p:nvSpPr>
        <p:spPr>
          <a:xfrm>
            <a:off x="947750" y="4570675"/>
            <a:ext cx="101520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Function pada PHP terdiri dari beberapa jenis:</a:t>
            </a:r>
            <a:endParaRPr sz="2000"/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Built-in: Function yang sudah tersedia di PHP (fungsi bawaan).</a:t>
            </a:r>
            <a:endParaRPr sz="2000"/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User-define: Function yang dibuat oleh user (pengembang).</a:t>
            </a:r>
            <a:endParaRPr sz="2000"/>
          </a:p>
          <a:p>
            <a:pPr indent="-355600" lvl="2" marL="1371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/>
              <a:t>Void: Function yang tidak mengembalikan sebuah nilai.</a:t>
            </a:r>
            <a:endParaRPr/>
          </a:p>
          <a:p>
            <a:pPr indent="-342900" lvl="2" marL="1371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Return: Function yang mengembalikan sebuah nilai.</a:t>
            </a:r>
            <a:endParaRPr/>
          </a:p>
        </p:txBody>
      </p:sp>
      <p:pic>
        <p:nvPicPr>
          <p:cNvPr id="119" name="Google Shape;119;g32a56c94fbe_0_4"/>
          <p:cNvPicPr preferRelativeResize="0"/>
          <p:nvPr/>
        </p:nvPicPr>
        <p:blipFill rotWithShape="1">
          <a:blip r:embed="rId3">
            <a:alphaModFix/>
          </a:blip>
          <a:srcRect b="13028" l="15096" r="15842" t="0"/>
          <a:stretch/>
        </p:blipFill>
        <p:spPr>
          <a:xfrm>
            <a:off x="3410740" y="1493850"/>
            <a:ext cx="5370520" cy="29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2a56c94fbe_0_4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Jenis </a:t>
            </a:r>
            <a:r>
              <a:rPr b="1" lang="en-GB" sz="2800"/>
              <a:t>Functions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a374c1dda_0_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1</a:t>
            </a:r>
            <a:endParaRPr/>
          </a:p>
        </p:txBody>
      </p:sp>
      <p:sp>
        <p:nvSpPr>
          <p:cNvPr id="127" name="Google Shape;127;g32a374c1dda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a374c1dda_0_98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Built-in Function</a:t>
            </a:r>
            <a:r>
              <a:rPr b="1" lang="en-GB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#1</a:t>
            </a:r>
            <a:endParaRPr b="1" sz="2800"/>
          </a:p>
        </p:txBody>
      </p:sp>
      <p:sp>
        <p:nvSpPr>
          <p:cNvPr id="134" name="Google Shape;134;g32a374c1dda_0_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5" name="Google Shape;135;g32a374c1dda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77350"/>
            <a:ext cx="5265401" cy="41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a5d3ce59a_0_17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Built-in Function #2</a:t>
            </a:r>
            <a:endParaRPr b="1" sz="2800"/>
          </a:p>
        </p:txBody>
      </p:sp>
      <p:sp>
        <p:nvSpPr>
          <p:cNvPr id="142" name="Google Shape;142;g32a5d3ce59a_0_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3" name="Google Shape;143;g32a5d3ce59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49" y="1677352"/>
            <a:ext cx="5495800" cy="4374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a374c1dda_0_38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2</a:t>
            </a:r>
            <a:endParaRPr/>
          </a:p>
        </p:txBody>
      </p:sp>
      <p:sp>
        <p:nvSpPr>
          <p:cNvPr id="150" name="Google Shape;150;g32a374c1dda_0_3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a374c1dda_0_387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Void</a:t>
            </a:r>
            <a:r>
              <a:rPr b="1" lang="en-GB" sz="2800"/>
              <a:t> #1</a:t>
            </a:r>
            <a:endParaRPr/>
          </a:p>
        </p:txBody>
      </p:sp>
      <p:sp>
        <p:nvSpPr>
          <p:cNvPr id="157" name="Google Shape;157;g32a374c1dda_0_38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8" name="Google Shape;158;g32a374c1dda_0_3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1" y="1677352"/>
            <a:ext cx="4886697" cy="33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a5d3ce59a_0_31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Void #2</a:t>
            </a:r>
            <a:endParaRPr/>
          </a:p>
        </p:txBody>
      </p:sp>
      <p:sp>
        <p:nvSpPr>
          <p:cNvPr id="165" name="Google Shape;165;g32a5d3ce59a_0_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6" name="Google Shape;166;g32a5d3ce59a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77351"/>
            <a:ext cx="2910732" cy="332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a5d3ce59a_0_3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3</a:t>
            </a:r>
            <a:endParaRPr/>
          </a:p>
        </p:txBody>
      </p:sp>
      <p:sp>
        <p:nvSpPr>
          <p:cNvPr id="173" name="Google Shape;173;g32a5d3ce59a_0_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a5d3ce59a_0_45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Return</a:t>
            </a:r>
            <a:endParaRPr/>
          </a:p>
        </p:txBody>
      </p:sp>
      <p:sp>
        <p:nvSpPr>
          <p:cNvPr id="180" name="Google Shape;180;g32a5d3ce59a_0_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1" name="Google Shape;181;g32a5d3ce59a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77350"/>
            <a:ext cx="3991729" cy="33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a374c1dda_0_403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Referensi</a:t>
            </a:r>
            <a:endParaRPr/>
          </a:p>
        </p:txBody>
      </p:sp>
      <p:sp>
        <p:nvSpPr>
          <p:cNvPr id="188" name="Google Shape;188;g32a374c1dda_0_403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https://www.php.net/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https://www.w3schools.com/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https://www.tutorialspoint.com/</a:t>
            </a:r>
            <a:endParaRPr sz="2400"/>
          </a:p>
        </p:txBody>
      </p:sp>
      <p:sp>
        <p:nvSpPr>
          <p:cNvPr id="189" name="Google Shape;189;g32a374c1dda_0_40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2024-08-27T01:55:47Z</dcterms:created>
  <dc:creator>Alwi Putra Supendi</dc:creator>
</cp:coreProperties>
</file>