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45">
          <p15:clr>
            <a:srgbClr val="A4A3A4"/>
          </p15:clr>
        </p15:guide>
        <p15:guide id="2" orient="horz" pos="1026">
          <p15:clr>
            <a:srgbClr val="A4A3A4"/>
          </p15:clr>
        </p15:guide>
        <p15:guide id="3" pos="3840">
          <p15:clr>
            <a:srgbClr val="A4A3A4"/>
          </p15:clr>
        </p15:guide>
        <p15:guide id="4" pos="7015">
          <p15:clr>
            <a:srgbClr val="A4A3A4"/>
          </p15:clr>
        </p15:guide>
        <p15:guide id="5" pos="597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rTq1l5Wv5zkQe2iJykSpdLlgk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5" orient="horz"/>
        <p:guide pos="1026" orient="horz"/>
        <p:guide pos="3840"/>
        <p:guide pos="7015"/>
        <p:guide pos="59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ee86b691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2ee86b691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2ee86b691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8fbe7acd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28fbe7acd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28fbe7acd7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b24660f5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2b24660f5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2b24660f54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a374c1dd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2a374c1dd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2a374c1dda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a374c1dda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2a374c1dda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2a374c1dda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a374c1dda_0_3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2a374c1dda_0_3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2a374c1dda_0_3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a374c1dda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2a374c1dda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2a374c1dda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b24660f5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2b24660f54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2b24660f54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b24660f54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2b24660f54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2b24660f54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b24660f54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2b24660f54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2b24660f54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b24660f54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2b24660f54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2b24660f54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b24660f54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2b24660f54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2b24660f54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a374c1dda_0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2a374c1dda_0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2a374c1dda_0_4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5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5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5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5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48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8"/>
          <p:cNvSpPr/>
          <p:nvPr/>
        </p:nvSpPr>
        <p:spPr>
          <a:xfrm>
            <a:off x="0" y="6176962"/>
            <a:ext cx="12192000" cy="179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 - Nurul Fikri Academy" id="17" name="Google Shape;17;p4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961119" y="334008"/>
            <a:ext cx="2905761" cy="5088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Access Modifier &amp; Inheritance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PHP: Hypertext Preprocessor</a:t>
            </a:r>
            <a:endParaRPr/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200" y="681038"/>
            <a:ext cx="10515600" cy="996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latin typeface="Calibri"/>
                <a:ea typeface="Calibri"/>
                <a:cs typeface="Calibri"/>
                <a:sym typeface="Calibri"/>
              </a:rPr>
              <a:t>TUJUAN PEMBELAJARAN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947738" y="1628775"/>
            <a:ext cx="10152061" cy="4548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GB" sz="2400"/>
              <a:t>Memahami dan mengerti tentang inheritance di PHP. 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GB" sz="2400"/>
              <a:t>Mampu mengimplementasikan konsep inheritance pada program PHP.</a:t>
            </a:r>
            <a:endParaRPr sz="2400"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ee86b691a_0_0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Access Modifier</a:t>
            </a:r>
            <a:endParaRPr/>
          </a:p>
        </p:txBody>
      </p:sp>
      <p:sp>
        <p:nvSpPr>
          <p:cNvPr id="109" name="Google Shape;109;g32ee86b691a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0" name="Google Shape;110;g32ee86b691a_0_0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2400"/>
              <a:t>Access modifier adalah suatu keyword yang digunakan untuk </a:t>
            </a:r>
            <a:r>
              <a:rPr lang="en-GB" sz="2400">
                <a:highlight>
                  <a:srgbClr val="FFFF00"/>
                </a:highlight>
              </a:rPr>
              <a:t>mengatur hak akses</a:t>
            </a:r>
            <a:r>
              <a:rPr lang="en-GB" sz="2400"/>
              <a:t> terhadap properti atau method pada sebuah class. Dalam PHP, terdapat tiga access modifier, yaitu:</a:t>
            </a:r>
            <a:endParaRPr sz="2400"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Public</a:t>
            </a:r>
            <a:endParaRPr sz="2400"/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Private</a:t>
            </a:r>
            <a:endParaRPr sz="2400"/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Protected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Masing-masing dari access modifier tersebut memiliki fungsi dan cara penggunaan yang berbeda.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8fbe7acd7_0_12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Access Modifier</a:t>
            </a:r>
            <a:endParaRPr/>
          </a:p>
        </p:txBody>
      </p:sp>
      <p:sp>
        <p:nvSpPr>
          <p:cNvPr id="117" name="Google Shape;117;g328fbe7acd7_0_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  <p:sp>
        <p:nvSpPr>
          <p:cNvPr id="118" name="Google Shape;118;g328fbe7acd7_0_12"/>
          <p:cNvSpPr txBox="1"/>
          <p:nvPr>
            <p:ph idx="1" type="body"/>
          </p:nvPr>
        </p:nvSpPr>
        <p:spPr>
          <a:xfrm>
            <a:off x="947750" y="4570675"/>
            <a:ext cx="101520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GB" sz="2000"/>
              <a:t>Public</a:t>
            </a:r>
            <a:r>
              <a:rPr lang="en-GB" sz="2000"/>
              <a:t>: property atau method dapat diakses dari mana saja.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GB" sz="2000"/>
              <a:t>Private</a:t>
            </a:r>
            <a:r>
              <a:rPr lang="en-GB" sz="2000"/>
              <a:t>: property atau method hanya dapat diakses dari dalam class itu sendiri.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GB" sz="2000"/>
              <a:t>Protected</a:t>
            </a:r>
            <a:r>
              <a:rPr lang="en-GB" sz="2000"/>
              <a:t>: property atau method hanya dapat diakses dari class itu sendiri dan class turunan (jika ada).</a:t>
            </a:r>
            <a:endParaRPr sz="2000"/>
          </a:p>
        </p:txBody>
      </p:sp>
      <p:pic>
        <p:nvPicPr>
          <p:cNvPr id="119" name="Google Shape;119;g328fbe7acd7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8100" y="1677350"/>
            <a:ext cx="5875799" cy="2210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b24660f54_0_18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Inheritance</a:t>
            </a:r>
            <a:endParaRPr/>
          </a:p>
        </p:txBody>
      </p:sp>
      <p:sp>
        <p:nvSpPr>
          <p:cNvPr id="126" name="Google Shape;126;g32b24660f54_0_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7" name="Google Shape;127;g32b24660f54_0_18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PHP Inheritance adalah konsep dimana sebuah class dapat </a:t>
            </a:r>
            <a:r>
              <a:rPr lang="en-GB" sz="2400">
                <a:highlight>
                  <a:srgbClr val="FFFF00"/>
                </a:highlight>
              </a:rPr>
              <a:t>mewarisi</a:t>
            </a:r>
            <a:r>
              <a:rPr lang="en-GB" sz="2400"/>
              <a:t> sifat dan perilaku dari class lain yang lebih umum, atau dikenal sebagai </a:t>
            </a:r>
            <a:r>
              <a:rPr lang="en-GB" sz="2400">
                <a:highlight>
                  <a:srgbClr val="FFFF00"/>
                </a:highlight>
              </a:rPr>
              <a:t>parent class</a:t>
            </a:r>
            <a:r>
              <a:rPr lang="en-GB" sz="2400"/>
              <a:t>.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Class yang mewarisi sifat dan perilaku disebut sebagai </a:t>
            </a:r>
            <a:r>
              <a:rPr lang="en-GB" sz="2400">
                <a:highlight>
                  <a:srgbClr val="FFFF00"/>
                </a:highlight>
              </a:rPr>
              <a:t>child class</a:t>
            </a:r>
            <a:r>
              <a:rPr lang="en-GB" sz="2400"/>
              <a:t> atau subclass. Child class akan mewarisi semua property dan method public dan protected dari parent class. Selain itu, ia dapat memiliki properti dan metodenya sendiri.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Dalam PHP, inheritance didefinisikan dengan menggunakan keyword </a:t>
            </a:r>
            <a:r>
              <a:rPr lang="en-GB" sz="2400">
                <a:highlight>
                  <a:srgbClr val="FFFF00"/>
                </a:highlight>
              </a:rPr>
              <a:t>extends</a:t>
            </a:r>
            <a:r>
              <a:rPr lang="en-GB" sz="2400"/>
              <a:t>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a374c1dda_0_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1</a:t>
            </a:r>
            <a:endParaRPr/>
          </a:p>
        </p:txBody>
      </p:sp>
      <p:sp>
        <p:nvSpPr>
          <p:cNvPr id="134" name="Google Shape;134;g32a374c1dda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a374c1dda_0_98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Access Modifier</a:t>
            </a:r>
            <a:endParaRPr b="1" sz="2800"/>
          </a:p>
        </p:txBody>
      </p:sp>
      <p:sp>
        <p:nvSpPr>
          <p:cNvPr id="141" name="Google Shape;141;g32a374c1dda_0_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2" name="Google Shape;142;g32a374c1dda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61" y="1628763"/>
            <a:ext cx="4636142" cy="437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a374c1dda_0_38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2</a:t>
            </a:r>
            <a:endParaRPr/>
          </a:p>
        </p:txBody>
      </p:sp>
      <p:sp>
        <p:nvSpPr>
          <p:cNvPr id="149" name="Google Shape;149;g32a374c1dda_0_3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a374c1dda_0_387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Parent </a:t>
            </a:r>
            <a:r>
              <a:rPr b="1" lang="en-GB" sz="2800"/>
              <a:t>Class</a:t>
            </a:r>
            <a:endParaRPr/>
          </a:p>
        </p:txBody>
      </p:sp>
      <p:sp>
        <p:nvSpPr>
          <p:cNvPr id="156" name="Google Shape;156;g32a374c1dda_0_38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7" name="Google Shape;157;g32a374c1dda_0_3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28775"/>
            <a:ext cx="4747475" cy="454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b24660f54_0_32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Child </a:t>
            </a:r>
            <a:r>
              <a:rPr b="1" lang="en-GB" sz="2800"/>
              <a:t>Class</a:t>
            </a:r>
            <a:endParaRPr/>
          </a:p>
        </p:txBody>
      </p:sp>
      <p:sp>
        <p:nvSpPr>
          <p:cNvPr id="164" name="Google Shape;164;g32b24660f54_0_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5" name="Google Shape;165;g32b24660f54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1" y="1677338"/>
            <a:ext cx="5443463" cy="437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b24660f54_0_5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3</a:t>
            </a:r>
            <a:endParaRPr/>
          </a:p>
        </p:txBody>
      </p:sp>
      <p:sp>
        <p:nvSpPr>
          <p:cNvPr id="172" name="Google Shape;172;g32b24660f54_0_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b24660f54_0_58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Class Kendaraan #1</a:t>
            </a:r>
            <a:endParaRPr/>
          </a:p>
        </p:txBody>
      </p:sp>
      <p:sp>
        <p:nvSpPr>
          <p:cNvPr id="179" name="Google Shape;179;g32b24660f54_0_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0" name="Google Shape;180;g32b24660f54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28763"/>
            <a:ext cx="4803822" cy="437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b24660f54_0_66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Class Kendaraan #2</a:t>
            </a:r>
            <a:endParaRPr/>
          </a:p>
        </p:txBody>
      </p:sp>
      <p:sp>
        <p:nvSpPr>
          <p:cNvPr id="187" name="Google Shape;187;g32b24660f54_0_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8" name="Google Shape;188;g32b24660f54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46" y="1677338"/>
            <a:ext cx="4657364" cy="437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b24660f54_0_95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Data </a:t>
            </a:r>
            <a:r>
              <a:rPr b="1" lang="en-GB" sz="2800"/>
              <a:t>Kendaraan #1</a:t>
            </a:r>
            <a:endParaRPr/>
          </a:p>
        </p:txBody>
      </p:sp>
      <p:sp>
        <p:nvSpPr>
          <p:cNvPr id="195" name="Google Shape;195;g32b24660f54_0_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6" name="Google Shape;196;g32b24660f54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7" y="1677338"/>
            <a:ext cx="5818194" cy="386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a374c1dda_0_403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Referensi</a:t>
            </a:r>
            <a:endParaRPr/>
          </a:p>
        </p:txBody>
      </p:sp>
      <p:sp>
        <p:nvSpPr>
          <p:cNvPr id="203" name="Google Shape;203;g32a374c1dda_0_403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https://www.php.net/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https://www.w3schools.com/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https://www.tutorialspoint.com/</a:t>
            </a:r>
            <a:endParaRPr sz="2400"/>
          </a:p>
        </p:txBody>
      </p:sp>
      <p:sp>
        <p:nvSpPr>
          <p:cNvPr id="204" name="Google Shape;204;g32a374c1dda_0_40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2024-08-27T01:55:47Z</dcterms:created>
  <dc:creator>Alwi Putra Supendi</dc:creator>
</cp:coreProperties>
</file>